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0" r:id="rId5"/>
    <p:sldId id="259" r:id="rId6"/>
    <p:sldId id="258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6" r:id="rId21"/>
    <p:sldId id="277" r:id="rId22"/>
    <p:sldId id="274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90" r:id="rId31"/>
    <p:sldId id="285" r:id="rId32"/>
    <p:sldId id="286" r:id="rId33"/>
    <p:sldId id="287" r:id="rId34"/>
    <p:sldId id="288" r:id="rId35"/>
    <p:sldId id="289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2" r:id="rId46"/>
    <p:sldId id="301" r:id="rId47"/>
    <p:sldId id="300" r:id="rId4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371600" y="1981200"/>
            <a:ext cx="537031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u="sng" dirty="0" smtClean="0">
                <a:latin typeface="Times New Roman" pitchFamily="18" charset="0"/>
                <a:ea typeface="Tahoma" pitchFamily="34" charset="0"/>
                <a:cs typeface="Times New Roman" pitchFamily="18" charset="0"/>
              </a:rPr>
              <a:t>Module 1: Introduction to Python</a:t>
            </a:r>
            <a:endParaRPr lang="en-US" sz="2800" b="1" u="sng" dirty="0">
              <a:latin typeface="Times New Roman" pitchFamily="18" charset="0"/>
              <a:ea typeface="Tahoma" pitchFamily="34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205478"/>
            <a:ext cx="9144000" cy="64940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Concept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sng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				Python is a high-level, interpreted, general-purpose programming language known for simple and readable syntax.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Why Python for AI?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Easy syntax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Large AI ecosystem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Many libraries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Fast development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Used for AI, ML, Data Science, Automation, Web Development, and APIs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First Program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print("Hello, AI World!")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Example 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print("Welcome to the AI Bootcamp") print("Learning Python for AI")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322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Example 3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1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name = "Rahul" print("Hello", name)	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Coding Questions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Print your name, college, and branch.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Print "Welcome to Generative AI Bootcamp" five times.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3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Print your dream company.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4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Print a simple student profile.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5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Print the following pattern: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*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**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***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****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*****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19400" y="2438400"/>
            <a:ext cx="327589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Module 2: Variables</a:t>
            </a:r>
            <a:endParaRPr lang="en-US" sz="2800" b="1" u="sng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1"/>
          <p:cNvSpPr>
            <a:spLocks noChangeArrowheads="1"/>
          </p:cNvSpPr>
          <p:nvPr/>
        </p:nvSpPr>
        <p:spPr bwMode="auto">
          <a:xfrm>
            <a:off x="0" y="-64257"/>
            <a:ext cx="9144000" cy="6986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Definition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A variable is a named location used to store a value in memory.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Syntax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variable_name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= value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Example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name = "Rahul" age = 20 print(name) print(age)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Example 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model_name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= "GPT" temperature = 0.7 print(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model_name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) print(temperature)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Example 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student_name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= "Aman"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cgpa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= 8.4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is_placed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= False print(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student_name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) print(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cgpa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) print(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is_placed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Industry Connection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In an AI application, variables may store: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model = "GPT" prompt = "Explain Python" response = "Python is easy to learn"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52400"/>
            <a:ext cx="7620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Coding Questions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Store and display your name, age, and city.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Store marks in five subjects and print them.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3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Store the name of an AI model and display it.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4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Swap two numbers using a temporary variable.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5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Swap two numbers without using a temporary variable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67000" y="2362200"/>
            <a:ext cx="355308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u="sng" dirty="0" smtClean="0">
                <a:latin typeface="Times New Roman" pitchFamily="18" charset="0"/>
                <a:cs typeface="Times New Roman" pitchFamily="18" charset="0"/>
              </a:rPr>
              <a:t>Module 3: Data Types</a:t>
            </a:r>
            <a:endParaRPr lang="en-US" sz="2800" b="1" u="sng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572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Definition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 data type specifies the type of value stored in a variable.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Common Python Data Types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524000" y="2590800"/>
          <a:ext cx="6096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</a:tblGrid>
              <a:tr h="212796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Data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Example</a:t>
                      </a:r>
                    </a:p>
                  </a:txBody>
                  <a:tcPr anchor="ctr"/>
                </a:tc>
              </a:tr>
              <a:tr h="212796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int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25</a:t>
                      </a:r>
                    </a:p>
                  </a:txBody>
                  <a:tcPr anchor="ctr"/>
                </a:tc>
              </a:tr>
              <a:tr h="212796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float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8.5</a:t>
                      </a:r>
                    </a:p>
                  </a:txBody>
                  <a:tcPr anchor="ctr"/>
                </a:tc>
              </a:tr>
              <a:tr h="212796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str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"Python"</a:t>
                      </a:r>
                    </a:p>
                  </a:txBody>
                  <a:tcPr anchor="ctr"/>
                </a:tc>
              </a:tr>
              <a:tr h="212796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bool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True</a:t>
                      </a:r>
                    </a:p>
                  </a:txBody>
                  <a:tcPr anchor="ctr"/>
                </a:tc>
              </a:tr>
              <a:tr h="212796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list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["Python", "AI"]</a:t>
                      </a:r>
                    </a:p>
                  </a:txBody>
                  <a:tcPr anchor="ctr"/>
                </a:tc>
              </a:tr>
              <a:tr h="212796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tuple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("BCA", "MCA")</a:t>
                      </a:r>
                    </a:p>
                  </a:txBody>
                  <a:tcPr anchor="ctr"/>
                </a:tc>
              </a:tr>
              <a:tr h="212796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{"AI", "ML"}</a:t>
                      </a:r>
                    </a:p>
                  </a:txBody>
                  <a:tcPr anchor="ctr"/>
                </a:tc>
              </a:tr>
              <a:tr h="212796">
                <a:tc>
                  <a:txBody>
                    <a:bodyPr/>
                    <a:lstStyle/>
                    <a:p>
                      <a:r>
                        <a:rPr lang="en-US" sz="2400">
                          <a:latin typeface="Times New Roman" pitchFamily="18" charset="0"/>
                          <a:cs typeface="Times New Roman" pitchFamily="18" charset="0"/>
                        </a:rPr>
                        <a:t>dict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itchFamily="18" charset="0"/>
                          <a:cs typeface="Times New Roman" pitchFamily="18" charset="0"/>
                        </a:rPr>
                        <a:t>{"name": "Rahul"}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0" name="Rectangle 98"/>
          <p:cNvSpPr>
            <a:spLocks noChangeArrowheads="1"/>
          </p:cNvSpPr>
          <p:nvPr/>
        </p:nvSpPr>
        <p:spPr bwMode="auto">
          <a:xfrm>
            <a:off x="0" y="-1085626"/>
            <a:ext cx="9144000" cy="82176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lang="en-US" sz="2400" b="1" dirty="0" smtClean="0"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Example 1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age = 20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print(type(age))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Example 2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cgpa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= 8.5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print(type(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cgpa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Example 3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language = "Python"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print(type(language))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Example 4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is_placed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= True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print(type(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is_placed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Coding Questions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Create one variable of every basic data type.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 the data type of five different values.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Store student information using suitable data types.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Convert an integer into a float.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Convert a numeric string into an integer.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"/>
          <p:cNvSpPr>
            <a:spLocks noChangeArrowheads="1"/>
          </p:cNvSpPr>
          <p:nvPr/>
        </p:nvSpPr>
        <p:spPr bwMode="auto">
          <a:xfrm>
            <a:off x="2133600" y="2133600"/>
            <a:ext cx="458170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Module 4: Input and Output</a:t>
            </a:r>
            <a:endParaRPr kumimoji="0" lang="en-US" sz="2000" b="0" u="sng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1"/>
          <p:cNvSpPr>
            <a:spLocks noChangeArrowheads="1"/>
          </p:cNvSpPr>
          <p:nvPr/>
        </p:nvSpPr>
        <p:spPr bwMode="auto">
          <a:xfrm>
            <a:off x="0" y="391619"/>
            <a:ext cx="9144000" cy="60836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12696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Definition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input() accepts data from the user.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print() displays output.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Example 1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name = input("Enter your name: ")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print("Welcome", name)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Example 2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age = int(input("Enter your age: "))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print("Your age is:", age)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Example 3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number1 = int(input("Enter first number: "))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number2 = int(input("Enter second number: "))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print("Sum:", number1 + number2)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Important Point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input() returns data as a </a:t>
            </a:r>
            <a:r>
              <a:rPr lang="en-US" sz="24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string</a:t>
            </a: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by default.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Coding Questions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Take a student's name and display a welcome message.</a:t>
            </a:r>
            <a:endParaRPr lang="en-US" sz="24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Take two numbers and calculate their sum.</a:t>
            </a:r>
            <a:endParaRPr lang="en-US" sz="24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Take the length and width of a rectangle and calculate its area.</a:t>
            </a:r>
            <a:endParaRPr lang="en-US" sz="24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Take marks in five subjects and calculate the percentage.</a:t>
            </a:r>
            <a:endParaRPr lang="en-US" sz="24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Take a user's name and favourite AI tool and display both.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1"/>
          <p:cNvSpPr>
            <a:spLocks noChangeArrowheads="1"/>
          </p:cNvSpPr>
          <p:nvPr/>
        </p:nvSpPr>
        <p:spPr bwMode="auto">
          <a:xfrm>
            <a:off x="1905000" y="2102823"/>
            <a:ext cx="442993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Module 5: Type Conversion</a:t>
            </a:r>
            <a:endParaRPr kumimoji="0" lang="en-US" sz="2000" b="0" i="0" u="sng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1"/>
          <p:cNvSpPr>
            <a:spLocks noChangeArrowheads="1"/>
          </p:cNvSpPr>
          <p:nvPr/>
        </p:nvSpPr>
        <p:spPr bwMode="auto">
          <a:xfrm>
            <a:off x="0" y="132197"/>
            <a:ext cx="9144000" cy="6740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Definition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Type conversion changes a value from one data type to another.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Example 1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number = "25"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converted_number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= int(number)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print(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converted_number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print(type(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converted_number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Example 2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number = 20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decimal_number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= float(number)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print(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decimal_number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Example 3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age = 20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message = "My age is " + str(age)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print(message)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304800"/>
            <a:ext cx="6477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Coding Questions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Convert a string into an integer.</a:t>
            </a:r>
            <a:endParaRPr lang="en-US" sz="24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Convert an integer into a float.</a:t>
            </a:r>
            <a:endParaRPr lang="en-US" sz="24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Convert a float into an integer.</a:t>
            </a:r>
            <a:endParaRPr lang="en-US" sz="24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Take two numbers as input and calculate their sum.</a:t>
            </a:r>
            <a:endParaRPr lang="en-US" sz="24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Convert a number into a string and print a message.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1"/>
          <p:cNvSpPr>
            <a:spLocks noChangeArrowheads="1"/>
          </p:cNvSpPr>
          <p:nvPr/>
        </p:nvSpPr>
        <p:spPr bwMode="auto">
          <a:xfrm>
            <a:off x="1600200" y="1950423"/>
            <a:ext cx="341471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Module 6: Operators</a:t>
            </a:r>
            <a:endParaRPr kumimoji="0" lang="en-US" sz="2000" b="0" i="0" u="sng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1"/>
          <p:cNvSpPr>
            <a:spLocks noChangeArrowheads="1"/>
          </p:cNvSpPr>
          <p:nvPr/>
        </p:nvSpPr>
        <p:spPr bwMode="auto">
          <a:xfrm>
            <a:off x="0" y="58845"/>
            <a:ext cx="9144000" cy="6740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Types of Operators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1. Arithmetic Operators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 = 20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b = 5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print(a + b)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print(a - b)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print(a * b)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print(a / b)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print(a % b)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print(a ** b)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print(a // b)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2. Comparison Operators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 = 10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b = 20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print(a == b)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print(a != b)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print(a &gt; b)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print(a &lt; b)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3. Logical Operators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age = 20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has_id</a:t>
            </a: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= True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print(age &gt;= 18 and </a:t>
            </a:r>
            <a:r>
              <a:rPr lang="en-US" sz="2400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has_id</a:t>
            </a: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lang="en-IN" sz="2400" b="1" dirty="0" smtClean="0"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lang="en-IN" sz="2400" b="1" dirty="0" smtClean="0"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lang="en-US" sz="2400" b="1" dirty="0" smtClean="0"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Coding Questions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Build a simple calculator.</a:t>
            </a:r>
            <a:endParaRPr lang="en-US" sz="24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Calculate the area and perimeter of a rectangle.</a:t>
            </a:r>
            <a:endParaRPr lang="en-US" sz="24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Calculate the percentage of five subjects.</a:t>
            </a:r>
            <a:endParaRPr lang="en-US" sz="24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Check whether two numbers are equal.</a:t>
            </a:r>
            <a:endParaRPr lang="en-US" sz="24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Check whether a student is eligible using age and marks.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1"/>
          <p:cNvSpPr>
            <a:spLocks noChangeArrowheads="1"/>
          </p:cNvSpPr>
          <p:nvPr/>
        </p:nvSpPr>
        <p:spPr bwMode="auto">
          <a:xfrm>
            <a:off x="1524000" y="2102823"/>
            <a:ext cx="544572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Module 7: Conditional Statements</a:t>
            </a:r>
            <a:endParaRPr kumimoji="0" lang="en-US" sz="2000" b="0" i="0" u="sng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4" name="Rectangle 8"/>
          <p:cNvSpPr>
            <a:spLocks noChangeArrowheads="1"/>
          </p:cNvSpPr>
          <p:nvPr/>
        </p:nvSpPr>
        <p:spPr bwMode="auto">
          <a:xfrm>
            <a:off x="0" y="-377756"/>
            <a:ext cx="9144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Definition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Conditional statements allow a program to make decisions.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if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age = 20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if age &gt;= 18: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print("Eligible to vote")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if-else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number = 10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if number % 2 == 0: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print("Even")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else: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print("Odd")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304800"/>
            <a:ext cx="66294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if-</a:t>
            </a:r>
            <a:r>
              <a:rPr lang="en-US" sz="2400" b="1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elif</a:t>
            </a:r>
            <a:r>
              <a:rPr lang="en-US" sz="24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-else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marks = 85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if marks &gt;= 90: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print("Grade A+")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elif</a:t>
            </a: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marks &gt;= 75: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print("Grade A")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elif</a:t>
            </a: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marks &gt;= 60: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print("Grade B")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else: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print("Needs Improvement")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AI Connection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AI applications also make decisions based on conditions.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confidence = 0.92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if confidence &gt;= 0.80: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print("Prediction Accepted")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else: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print("Human Review Required")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Coding Questions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Check whether a number is even or odd.</a:t>
            </a:r>
            <a:endParaRPr lang="en-US" sz="24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Check whether a person is eligible to vote.</a:t>
            </a:r>
            <a:endParaRPr lang="en-US" sz="24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Find the largest of two numbers.</a:t>
            </a:r>
            <a:endParaRPr lang="en-US" sz="24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Find the largest of three numbers.</a:t>
            </a:r>
            <a:endParaRPr lang="en-US" sz="24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Create a student grade calculator.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1"/>
          <p:cNvSpPr>
            <a:spLocks noChangeArrowheads="1"/>
          </p:cNvSpPr>
          <p:nvPr/>
        </p:nvSpPr>
        <p:spPr bwMode="auto">
          <a:xfrm>
            <a:off x="2209800" y="2026623"/>
            <a:ext cx="27783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Module 8: Loops</a:t>
            </a:r>
            <a:endParaRPr kumimoji="0" lang="en-US" sz="2000" b="0" i="0" u="sng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1"/>
          <p:cNvSpPr>
            <a:spLocks noChangeArrowheads="1"/>
          </p:cNvSpPr>
          <p:nvPr/>
        </p:nvSpPr>
        <p:spPr bwMode="auto">
          <a:xfrm>
            <a:off x="0" y="-18775"/>
            <a:ext cx="9144000" cy="6740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Loops repeat a block of code.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for Loop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for i in range(1, 6):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print(i)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Output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1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2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3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4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while Loop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number = 1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while number &lt;= 5: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print(number)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number += 1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Loop With a List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ai_tools</a:t>
            </a: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= ["ChatGPT", "Gemini", "Claude"]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for tool in </a:t>
            </a:r>
            <a:r>
              <a:rPr lang="en-US" sz="2400" dirty="0" err="1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ai_tools</a:t>
            </a: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: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print(tool</a:t>
            </a: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</a:t>
            </a: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Coding </a:t>
            </a:r>
            <a:r>
              <a:rPr lang="en-US" sz="24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Questions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lang="en-IN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 numbers from 1 to 5</a:t>
            </a: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0</a:t>
            </a: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.</a:t>
            </a:r>
            <a:endParaRPr lang="en-US" sz="24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 even numbers from 1 to 5</a:t>
            </a: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0</a:t>
            </a: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.</a:t>
            </a:r>
            <a:endParaRPr lang="en-US" sz="24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 odd numbers from 1 to 5</a:t>
            </a: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0</a:t>
            </a: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.</a:t>
            </a:r>
            <a:endParaRPr lang="en-US" sz="24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 the multiplication table of a number.</a:t>
            </a:r>
            <a:endParaRPr lang="en-US" sz="24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Calculate the sum of numbers from 1 to n.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 noChangeArrowheads="1"/>
          </p:cNvSpPr>
          <p:nvPr/>
        </p:nvSpPr>
        <p:spPr bwMode="auto">
          <a:xfrm>
            <a:off x="2133600" y="2255223"/>
            <a:ext cx="573740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Module 9: break, continue, and pass</a:t>
            </a:r>
            <a:endParaRPr kumimoji="0" lang="en-US" sz="2800" b="0" i="0" u="sng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1"/>
          <p:cNvSpPr>
            <a:spLocks noChangeArrowheads="1"/>
          </p:cNvSpPr>
          <p:nvPr/>
        </p:nvSpPr>
        <p:spPr bwMode="auto">
          <a:xfrm>
            <a:off x="0" y="552538"/>
            <a:ext cx="9144000" cy="6370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break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Stops the loop immediately.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for i in range(1, 11):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if i == 6: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    break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print(i)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en-IN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continue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Skips the current iteration.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for i in range(1, 11):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if i == 5: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    continue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print(i)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0678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pass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Creates an empty code block temporarily.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for i in range(5):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</a:t>
            </a: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pass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Coding Questions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Stop a loop when the number becomes 10.</a:t>
            </a:r>
            <a:endParaRPr lang="en-US" sz="24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 numbers from 1 to 20 but skip multiples of 3.</a:t>
            </a:r>
            <a:endParaRPr lang="en-US" sz="24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Search for a number in a list and stop when it is found.</a:t>
            </a:r>
            <a:endParaRPr lang="en-US" sz="24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 numbers until the user enters 0.</a:t>
            </a:r>
            <a:endParaRPr lang="en-US" sz="24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Create a simple password-attempt program.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2057400" y="1981200"/>
            <a:ext cx="311816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Module 10: Strings</a:t>
            </a:r>
            <a:endParaRPr kumimoji="0" lang="en-US" sz="2000" b="0" i="0" u="sng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1"/>
          <p:cNvSpPr>
            <a:spLocks noChangeArrowheads="1"/>
          </p:cNvSpPr>
          <p:nvPr/>
        </p:nvSpPr>
        <p:spPr bwMode="auto">
          <a:xfrm>
            <a:off x="0" y="58846"/>
            <a:ext cx="9144000" cy="6740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 string is a sequence of characters.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Example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message = "Learning Python for AI"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print(message)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String Indexing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language = "Python"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print(language[0])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print(language[1])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IN" sz="2400" dirty="0" smtClean="0">
                <a:latin typeface="Times New Roman" pitchFamily="18" charset="0"/>
                <a:cs typeface="Times New Roman" pitchFamily="18" charset="0"/>
              </a:rPr>
              <a:t>	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String Methods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text = "python for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ai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"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print(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text.upper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())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print(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text.lower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())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print(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text.title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())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8600"/>
            <a:ext cx="6858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Coding Questions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Find the length of a string.</a:t>
            </a:r>
            <a:endParaRPr lang="en-US" sz="24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Count vowels in a string.</a:t>
            </a:r>
            <a:endParaRPr lang="en-US" sz="24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Reverse a string.</a:t>
            </a:r>
            <a:endParaRPr lang="en-US" sz="24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Check whether a string is a palindrome.</a:t>
            </a:r>
            <a:endParaRPr lang="en-US" sz="24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Count the number of words in a sentence.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1"/>
          <p:cNvSpPr>
            <a:spLocks noChangeArrowheads="1"/>
          </p:cNvSpPr>
          <p:nvPr/>
        </p:nvSpPr>
        <p:spPr bwMode="auto">
          <a:xfrm>
            <a:off x="2743200" y="2286000"/>
            <a:ext cx="273767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Module 11: Lists</a:t>
            </a:r>
            <a:endParaRPr kumimoji="0" lang="en-US" sz="2000" b="0" i="0" u="sng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1"/>
          <p:cNvSpPr>
            <a:spLocks noChangeArrowheads="1"/>
          </p:cNvSpPr>
          <p:nvPr/>
        </p:nvSpPr>
        <p:spPr bwMode="auto">
          <a:xfrm>
            <a:off x="0" y="17830"/>
            <a:ext cx="9144000" cy="68223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12696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 list is an ordered and mutable collection of values.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Example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ai_tools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= ["ChatGPT", "Gemini", "Claude"]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print(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ai_tools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Accessing Elements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print(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ai_tools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[0])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print(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ai_tools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[1])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Adding an Item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ai_tools.append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("Perplexity")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print(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ai_tools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Removing an Item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ai_tools.remove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("Gemini")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print(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ai_tools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457200"/>
            <a:ext cx="77724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Coding Questions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Store five programming languages in a list.</a:t>
            </a:r>
            <a:endParaRPr lang="en-US" sz="24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Find the largest element in a list.</a:t>
            </a:r>
            <a:endParaRPr lang="en-US" sz="24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Find the smallest element in a list.</a:t>
            </a:r>
            <a:endParaRPr lang="en-US" sz="24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Calculate the sum of all elements.</a:t>
            </a:r>
            <a:endParaRPr lang="en-US" sz="24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Remove duplicate values from a list.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1"/>
          <p:cNvSpPr>
            <a:spLocks noChangeArrowheads="1"/>
          </p:cNvSpPr>
          <p:nvPr/>
        </p:nvSpPr>
        <p:spPr bwMode="auto">
          <a:xfrm>
            <a:off x="2895600" y="1874223"/>
            <a:ext cx="301781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Module 12: Tuples</a:t>
            </a:r>
            <a:endParaRPr kumimoji="0" lang="en-US" sz="2000" b="0" i="0" u="sng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1"/>
          <p:cNvSpPr>
            <a:spLocks noChangeArrowheads="1"/>
          </p:cNvSpPr>
          <p:nvPr/>
        </p:nvSpPr>
        <p:spPr bwMode="auto">
          <a:xfrm>
            <a:off x="0" y="443685"/>
            <a:ext cx="9144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tuple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is an ordered and immutable collection.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Example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student = ("Rahul", 20, "BCA")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print(student)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Accessing Values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print(student[0])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Coding Questions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Create a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tuple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containing five programming languages.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Find the length of a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tuple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.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Access the first and last element.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Count the occurrence of an element.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Convert a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tuple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into a list.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1"/>
          <p:cNvSpPr>
            <a:spLocks noChangeArrowheads="1"/>
          </p:cNvSpPr>
          <p:nvPr/>
        </p:nvSpPr>
        <p:spPr bwMode="auto">
          <a:xfrm>
            <a:off x="2438400" y="1569423"/>
            <a:ext cx="263886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Module 13: Sets</a:t>
            </a:r>
            <a:endParaRPr kumimoji="0" lang="en-US" sz="2000" b="0" i="0" u="sng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1"/>
          <p:cNvSpPr>
            <a:spLocks noChangeArrowheads="1"/>
          </p:cNvSpPr>
          <p:nvPr/>
        </p:nvSpPr>
        <p:spPr bwMode="auto">
          <a:xfrm>
            <a:off x="0" y="996888"/>
            <a:ext cx="9144000" cy="4524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 set stores unique values.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Example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skills = {"Python", "AI", "Python", "ML"}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print(skills)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The duplicate "Python" is removed.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Operations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skills.add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("NLP")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skills.remove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("AI")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print(skills)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381000"/>
            <a:ext cx="7620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Coding Questions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Remove duplicate values from a list using a set.</a:t>
            </a:r>
            <a:endParaRPr lang="en-US" sz="24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Find common elements between two sets.</a:t>
            </a:r>
            <a:endParaRPr lang="en-US" sz="24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Find all unique elements from two sets.</a:t>
            </a:r>
            <a:endParaRPr lang="en-US" sz="24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Add and remove elements from a set.</a:t>
            </a:r>
            <a:endParaRPr lang="en-US" sz="24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Count unique programming languages.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1"/>
          <p:cNvSpPr>
            <a:spLocks noChangeArrowheads="1"/>
          </p:cNvSpPr>
          <p:nvPr/>
        </p:nvSpPr>
        <p:spPr bwMode="auto">
          <a:xfrm>
            <a:off x="2362200" y="1874223"/>
            <a:ext cx="387317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Module 14: Dictionaries</a:t>
            </a:r>
            <a:endParaRPr kumimoji="0" lang="en-US" sz="2000" b="0" i="0" u="sng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1"/>
          <p:cNvSpPr>
            <a:spLocks noChangeArrowheads="1"/>
          </p:cNvSpPr>
          <p:nvPr/>
        </p:nvSpPr>
        <p:spPr bwMode="auto">
          <a:xfrm>
            <a:off x="0" y="314011"/>
            <a:ext cx="9144000" cy="6370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 dictionary stores data in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key-value pairs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Example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student = {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"name": "Rahul",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"branch": "BCA",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"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cgpa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": 8.5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}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print(student)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Accessing Values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print(student["name"])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Adding Data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student["college"] = "BIM"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print(student)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AI Connection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API responses are commonly structured like JSON, which maps naturally to Python dictionaries.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response = {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"model": "GPT",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"answer": "Python is useful for AI"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}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print(response["answer</a:t>
            </a: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"])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lang="en-IN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Coding </a:t>
            </a:r>
            <a:r>
              <a:rPr lang="en-US" sz="24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Questions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Create a dictionary containing student information.</a:t>
            </a:r>
            <a:endParaRPr lang="en-US" sz="24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Add a new key-value pair.</a:t>
            </a:r>
            <a:endParaRPr lang="en-US" sz="24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Update a student's CGPA.</a:t>
            </a:r>
            <a:endParaRPr lang="en-US" sz="24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Display all keys and values.</a:t>
            </a:r>
            <a:endParaRPr lang="en-US" sz="24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Create a dictionary of five subjects and marks.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1"/>
          <p:cNvSpPr>
            <a:spLocks noChangeArrowheads="1"/>
          </p:cNvSpPr>
          <p:nvPr/>
        </p:nvSpPr>
        <p:spPr bwMode="auto">
          <a:xfrm>
            <a:off x="2514600" y="1676400"/>
            <a:ext cx="353814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Module 15: Functions</a:t>
            </a:r>
            <a:endParaRPr kumimoji="0" lang="en-US" sz="2000" b="0" i="0" u="sng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1"/>
          <p:cNvSpPr>
            <a:spLocks noChangeArrowheads="1"/>
          </p:cNvSpPr>
          <p:nvPr/>
        </p:nvSpPr>
        <p:spPr bwMode="auto">
          <a:xfrm>
            <a:off x="0" y="11422"/>
            <a:ext cx="9144000" cy="6740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A function is a reusable block of code designed to perform a specific task.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Function Without Parameters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def welcome():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print("Welcome to AI Bootcamp")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welcome()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Function With Parameters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def greet(name):	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print("Hello", name)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greet("Rahul")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Function With Return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def add(a, b):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  return a + b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result = add(10, 20)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print(result)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533400"/>
            <a:ext cx="78486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Coding Questions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Create a function to add two numbers.</a:t>
            </a:r>
            <a:endParaRPr lang="en-US" sz="24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Create a function to find the square of a number.</a:t>
            </a:r>
            <a:endParaRPr lang="en-US" sz="24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Create a function to check even or odd.</a:t>
            </a:r>
            <a:endParaRPr lang="en-US" sz="24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Create a function to find the largest of two numbers.</a:t>
            </a:r>
            <a:endParaRPr lang="en-US" sz="2400" dirty="0" smtClean="0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2400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Create a function to calculate the factorial.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1641</Words>
  <Application>Microsoft Office PowerPoint</Application>
  <PresentationFormat>On-screen Show (4:3)</PresentationFormat>
  <Paragraphs>427</Paragraphs>
  <Slides>47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48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faraz alam</dc:creator>
  <cp:lastModifiedBy>faraz alam</cp:lastModifiedBy>
  <cp:revision>13</cp:revision>
  <dcterms:created xsi:type="dcterms:W3CDTF">2006-08-16T00:00:00Z</dcterms:created>
  <dcterms:modified xsi:type="dcterms:W3CDTF">2026-07-29T02:24:51Z</dcterms:modified>
</cp:coreProperties>
</file>