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6" r:id="rId5"/>
    <p:sldId id="265" r:id="rId6"/>
    <p:sldId id="264" r:id="rId7"/>
    <p:sldId id="268" r:id="rId8"/>
    <p:sldId id="272" r:id="rId9"/>
    <p:sldId id="271" r:id="rId10"/>
    <p:sldId id="270" r:id="rId11"/>
    <p:sldId id="269" r:id="rId12"/>
    <p:sldId id="263" r:id="rId13"/>
    <p:sldId id="262" r:id="rId14"/>
    <p:sldId id="261" r:id="rId15"/>
    <p:sldId id="260" r:id="rId16"/>
    <p:sldId id="259" r:id="rId17"/>
    <p:sldId id="258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A720AED-CFD9-452F-9834-5ECB8AA45CD0}">
          <p14:sldIdLst>
            <p14:sldId id="256"/>
            <p14:sldId id="257"/>
            <p14:sldId id="267"/>
            <p14:sldId id="266"/>
            <p14:sldId id="265"/>
            <p14:sldId id="264"/>
            <p14:sldId id="268"/>
            <p14:sldId id="272"/>
            <p14:sldId id="271"/>
            <p14:sldId id="270"/>
            <p14:sldId id="269"/>
            <p14:sldId id="263"/>
            <p14:sldId id="262"/>
            <p14:sldId id="261"/>
            <p14:sldId id="260"/>
            <p14:sldId id="259"/>
            <p14:sldId id="258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7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0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3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5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7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6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9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7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4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A8D7-6FFE-B812-D988-09E0AC318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772400" cy="3505199"/>
          </a:xfrm>
        </p:spPr>
        <p:txBody>
          <a:bodyPr>
            <a:noAutofit/>
          </a:bodyPr>
          <a:lstStyle/>
          <a:p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— PART 2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Today's Mission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just learn prompting.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with AI and discover what works.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6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86B10-5B55-5C75-4A90-DEFD1C7A0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362950" cy="60245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Few-Shot Prompting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Chain Prompting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Persona Prompting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Structured Prompting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Prompt Library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Prompt Competition</a:t>
            </a:r>
          </a:p>
        </p:txBody>
      </p:sp>
    </p:spTree>
    <p:extLst>
      <p:ext uri="{BB962C8B-B14F-4D97-AF65-F5344CB8AC3E}">
        <p14:creationId xmlns:p14="http://schemas.microsoft.com/office/powerpoint/2010/main" val="76634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06B0-D23E-CF8A-548A-83DB5AFAB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"/>
            <a:ext cx="8610600" cy="640080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 — TODAY'S RULE 🚨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NOT just listen.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you will: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Use your mobile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Use your laptop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Experiment with AI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 Test different prompts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Compare outputs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Compete with classmates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task → Different prompt → Compare the result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42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2507-267E-F55C-C36E-DDB43783D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04800"/>
            <a:ext cx="8134350" cy="58721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 — OPEN YOUR AI TOOL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AI tool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</a:p>
          <a:p>
            <a:pPr marL="0" lv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LLM available to you</a:t>
            </a: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this open throughout the class.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repeatedly: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→ Change → Test → Compare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04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B51C7-6952-F58F-31E0-EF33D0FF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6200"/>
            <a:ext cx="8439150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 — 3-MINUTE WARM-UP ⚡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AI: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Explain DSA.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ask: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Explain DSA to a BCA 3rd-year student using a real-world example.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👀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changed?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Length?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Vocabulary?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Examples?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Difficulty?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Focus?</a:t>
            </a:r>
          </a:p>
        </p:txBody>
      </p:sp>
    </p:spTree>
    <p:extLst>
      <p:ext uri="{BB962C8B-B14F-4D97-AF65-F5344CB8AC3E}">
        <p14:creationId xmlns:p14="http://schemas.microsoft.com/office/powerpoint/2010/main" val="1618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8282-81FF-4ECF-7B52-79502EFF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"/>
            <a:ext cx="8210550" cy="59483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 — TODAY'S BIG QUESTION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the SAME AI give DIFFERENT answers?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Because...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instructions influence the output.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discover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958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60C9-6470-D6AE-0736-78720D00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28600"/>
            <a:ext cx="8362950" cy="59483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 — FEW-SHOT PROMPTING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JUST TELL AI.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AI.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prompting means providing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asking AI to handle a new input.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idea: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→ Pattern → New Input → 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8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6E03E-67A0-C242-FC4B-86723137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"/>
            <a:ext cx="8134350" cy="59483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 — EXPERIMENT 1 🧪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AI: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these as Positive or Negative: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laptop is excellent.“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observe the answer.</a:t>
            </a:r>
          </a:p>
        </p:txBody>
      </p:sp>
    </p:spTree>
    <p:extLst>
      <p:ext uri="{BB962C8B-B14F-4D97-AF65-F5344CB8AC3E}">
        <p14:creationId xmlns:p14="http://schemas.microsoft.com/office/powerpoint/2010/main" val="1742330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23EA-5790-8D0D-F4B2-0721DC915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362950" cy="602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B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AI: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camera is amazing." → Positive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battery is terrible." → Negative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display is beautiful." → Positive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keyboard is excellent." →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happened?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65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CBA2-1512-5C66-F26C-B3805923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"/>
            <a:ext cx="8210550" cy="61007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— DISCOVER FEW-SHOT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just performed Few-Shot Prompting!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gave AI: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gave: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Input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might examples be useful?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your answer in your notebook.</a:t>
            </a:r>
          </a:p>
        </p:txBody>
      </p:sp>
    </p:spTree>
    <p:extLst>
      <p:ext uri="{BB962C8B-B14F-4D97-AF65-F5344CB8AC3E}">
        <p14:creationId xmlns:p14="http://schemas.microsoft.com/office/powerpoint/2010/main" val="1953307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4A035-7FC0-2135-0CA1-021E351BF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8439150" cy="6705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 — ZERO vs ONE vs FEW SHOT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example.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Classify: "This phone is amazing."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ONE-SHOT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example.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laptop is excellent." → Positive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phone is amazing." →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examples.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"Excellent product." → Positive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"Terrible product." → Negative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"Average product." → Neutral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"Amazing phone." →</a:t>
            </a:r>
          </a:p>
        </p:txBody>
      </p:sp>
    </p:spTree>
    <p:extLst>
      <p:ext uri="{BB962C8B-B14F-4D97-AF65-F5344CB8AC3E}">
        <p14:creationId xmlns:p14="http://schemas.microsoft.com/office/powerpoint/2010/main" val="4265719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1582-DAD2-7DF9-EDCF-528D3131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601075" cy="63269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10 — STUDENT EXPLORATION 🔎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AI to perform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task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 examples.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B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example.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C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Three examples.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ONE: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detection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Formal/informal classification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outputs.</a:t>
            </a:r>
          </a:p>
        </p:txBody>
      </p:sp>
    </p:spTree>
    <p:extLst>
      <p:ext uri="{BB962C8B-B14F-4D97-AF65-F5344CB8AC3E}">
        <p14:creationId xmlns:p14="http://schemas.microsoft.com/office/powerpoint/2010/main" val="71640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B6DFC-F42B-7A36-2BED-D026BE94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"/>
            <a:ext cx="8458200" cy="655320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11 — FEW-SHOT CHALLENGE 🔥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your own classification system.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Food → Healthy / Unhealthy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examples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Then give AI: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new inputs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Can your examples make AI follow your pattern?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10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61287-0732-0DD1-5E92-2B018EE66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"/>
            <a:ext cx="8134350" cy="59483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12 — STOP &amp; DISCUSS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with your partner: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examples are unclear?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examples contradict each other?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adding more examples always make the answer better?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a GOOD example?</a:t>
            </a:r>
          </a:p>
        </p:txBody>
      </p:sp>
    </p:spTree>
    <p:extLst>
      <p:ext uri="{BB962C8B-B14F-4D97-AF65-F5344CB8AC3E}">
        <p14:creationId xmlns:p14="http://schemas.microsoft.com/office/powerpoint/2010/main" val="2002680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ECE3-D921-C9F5-DFFB-9A0D9D994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6200"/>
            <a:ext cx="88392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13 — REAL-WORLD FEW-SHOT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prompting can be useful for: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Email classification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Document classification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Customer support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Text formatting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Chatbots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"Where is my order?" → Delivery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want a refund." → Refund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"How do I change my password?" → Account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"My payment failed." →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learn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demonstrated by the examples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580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ACCA6-4D40-7BFD-D51C-C7193D60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"/>
            <a:ext cx="8362950" cy="61007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14 — CHAIN PROMPTING ⛓️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Problem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tasks are too complex for one instruction.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→ Process → Check → Final Answer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step-by-step task decomposition.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74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0F2D1-BE35-5BD2-D79A-4EF0A99FB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15 — TEST IT YOURSELF 🧪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 a career plan for a BCA student.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answer.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ask: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B</a:t>
            </a:r>
          </a:p>
          <a:p>
            <a:pPr marL="457200" lvl="1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identify suitable careers.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identify required skills.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create a learning roadmap.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create a 30-day plan.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output is easier to use?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5 minutes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461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B60C7-C454-1356-10A0-E0B661A89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77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16 — YOU DISCOVERED CHAINING!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of: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BIG TASK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BIG ANSWER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use: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41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E000-98FC-BE35-4324-14C74F439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362950" cy="60245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17 — CHAINING IN REAL LIFE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Analyzer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of:</a:t>
            </a: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 resume.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Extract information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Extract skills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Compare with job description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Find missing skills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Generate recommendations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31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4ED4-7A91-BE67-9492-6085AB4DD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839200" cy="60245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18 — ACTIVITY: BREAK THE PROBLEM 🧩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"Help me prepare for a software developer interview."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minutes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this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smaller AI tasks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ask AI yet.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think yourself.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compare your steps with AI's suggested steps.</a:t>
            </a:r>
          </a:p>
        </p:txBody>
      </p:sp>
    </p:spTree>
    <p:extLst>
      <p:ext uri="{BB962C8B-B14F-4D97-AF65-F5344CB8AC3E}">
        <p14:creationId xmlns:p14="http://schemas.microsoft.com/office/powerpoint/2010/main" val="402536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BC4B-E405-F708-D15D-B719BD84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19 — AI vs YOU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ask AI: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software developer interview preparation into 5 smaller tasks.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approach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AI's approach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AI think of something you missed?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also be used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design the prompt itself.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78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604CF-0452-089B-3FBF-793943489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"/>
            <a:ext cx="85344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20 — PERSONA PROMPTING 🎭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WHO AI acts like.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recursion.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 BCA programming teacher. Explain recursion to a beginner.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 technical interviewer. Explain recursion.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 senior software engineer. Explain recursion.</a:t>
            </a:r>
          </a:p>
          <a:p>
            <a:pPr marL="0" indent="0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89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8C69F-88CB-9EF8-A936-D728FE51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"/>
            <a:ext cx="8210550" cy="5948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21 — PERSONA EXPERIMENT 🧪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SAME task: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Explain REST API.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these personas: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👨‍🏫 Teacher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👨‍💻 Software Engineer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Interviewer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Startup Mentor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</a:t>
            </a:r>
          </a:p>
        </p:txBody>
      </p:sp>
    </p:spTree>
    <p:extLst>
      <p:ext uri="{BB962C8B-B14F-4D97-AF65-F5344CB8AC3E}">
        <p14:creationId xmlns:p14="http://schemas.microsoft.com/office/powerpoint/2010/main" val="1155350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7542E-F384-E622-131A-0C05A239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06780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22 — DISCOVER THE EFFECT OF PERSONA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yourself: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changing the persona change: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Tone?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Technical depth?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Examples?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Perspective?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Recommendations?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Persona is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 guarantee that AI actually possesses that person's experience.</a:t>
            </a:r>
          </a:p>
        </p:txBody>
      </p:sp>
    </p:spTree>
    <p:extLst>
      <p:ext uri="{BB962C8B-B14F-4D97-AF65-F5344CB8AC3E}">
        <p14:creationId xmlns:p14="http://schemas.microsoft.com/office/powerpoint/2010/main" val="1628773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084E-9067-666B-ABDA-FB4B344A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6200"/>
            <a:ext cx="8439150" cy="6100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23 — PERSONA CHALLENGE 🔥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ONE: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improvement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advice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plan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personas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Developer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SAME task to all three.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output would YOU use?</a:t>
            </a:r>
          </a:p>
        </p:txBody>
      </p:sp>
    </p:spTree>
    <p:extLst>
      <p:ext uri="{BB962C8B-B14F-4D97-AF65-F5344CB8AC3E}">
        <p14:creationId xmlns:p14="http://schemas.microsoft.com/office/powerpoint/2010/main" val="1663826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A11C3-DA2F-5AFB-7E75-B07B10F7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8600"/>
            <a:ext cx="7981950" cy="59483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24 — STRUCTURED PROMPT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Prompt ❌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me learn Python.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Prompt ✅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mentor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BCA student, beginner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Python for AI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days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hour/day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with Day, Topic, Practice</a:t>
            </a:r>
          </a:p>
        </p:txBody>
      </p:sp>
    </p:spTree>
    <p:extLst>
      <p:ext uri="{BB962C8B-B14F-4D97-AF65-F5344CB8AC3E}">
        <p14:creationId xmlns:p14="http://schemas.microsoft.com/office/powerpoint/2010/main" val="1041001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1D8F-39DA-6DB1-EE01-2E1F58654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686800" cy="6705600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25 — WHY STRUCTURE?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programming.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program: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randomly written.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program: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into functions, variables and modules.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Prompt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Random instructions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Prompt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Organized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4142628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72B7-31C7-1D2E-CC7E-2FFCDB6FE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6200"/>
            <a:ext cx="8591550" cy="64770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7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26 — STRUCTURED PROMPT TEMPLATE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__________.</a:t>
            </a:r>
          </a:p>
          <a:p>
            <a:pPr marL="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__________.</a:t>
            </a:r>
          </a:p>
          <a:p>
            <a:pPr marL="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__________.</a:t>
            </a:r>
          </a:p>
          <a:p>
            <a:pPr marL="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__________.</a:t>
            </a:r>
          </a:p>
          <a:p>
            <a:pPr marL="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__________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__________</a:t>
            </a:r>
          </a:p>
          <a:p>
            <a:pPr marL="0" indent="0">
              <a:buNone/>
            </a:pPr>
            <a:endParaRPr lang="en-IN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answer as __________.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415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897DB-C9EC-F5E9-66ED-4CD5897DE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0678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27 — LIVE PROMPT BUILD 🏗️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Python learning plan.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add: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ROLE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CONTEXT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whom?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GOAL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CONSTRAINT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limitations?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format?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EXAMPLES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a good result look like?</a:t>
            </a:r>
          </a:p>
        </p:txBody>
      </p:sp>
    </p:spTree>
    <p:extLst>
      <p:ext uri="{BB962C8B-B14F-4D97-AF65-F5344CB8AC3E}">
        <p14:creationId xmlns:p14="http://schemas.microsoft.com/office/powerpoint/2010/main" val="3483062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73575-9D7F-A500-3110-AB514CC1C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28 — ACTIVITY: PROMPT MAKEOVER 🔥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me a project idea.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MISSION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it into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structured prompt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contain: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Persona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Context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Goal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Task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Constraints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Output format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☐ Example</a:t>
            </a:r>
          </a:p>
        </p:txBody>
      </p:sp>
    </p:spTree>
    <p:extLst>
      <p:ext uri="{BB962C8B-B14F-4D97-AF65-F5344CB8AC3E}">
        <p14:creationId xmlns:p14="http://schemas.microsoft.com/office/powerpoint/2010/main" val="3436848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B1FCB-0260-B017-657A-C6A1A98F1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29 — TEST YOUR PROMPT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give your improved prompt to AI.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Is the answer specific?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Is it practical?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Is the format useful?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Did AI follow your constraints?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What is still missing?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your prompt once more.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427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E999-1503-76A6-9840-9E0B5C8CD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843915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30 — PROMPT ITERATION 🔄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1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prompt.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problem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2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prompt.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again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3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better.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= Iteration</a:t>
            </a: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890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A3A22-6701-59A0-6063-D6A753F02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31 — PROMPT LIBRARY 📚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Imagine...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fantastic prompt today.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Tomorrow: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"What was that prompt?"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😐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PROMPT LIBRARY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your best prompts.</a:t>
            </a:r>
          </a:p>
        </p:txBody>
      </p:sp>
    </p:spTree>
    <p:extLst>
      <p:ext uri="{BB962C8B-B14F-4D97-AF65-F5344CB8AC3E}">
        <p14:creationId xmlns:p14="http://schemas.microsoft.com/office/powerpoint/2010/main" val="1275364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0AD78-25FC-C720-C315-EA4FA245F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32 — WHAT SHOULD YOU SAVE?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categories: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Coding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Study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Interview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Resume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👨‍🏫 Teaching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Data Analysis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✉️ Email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AI Projects</a:t>
            </a:r>
          </a:p>
        </p:txBody>
      </p:sp>
    </p:spTree>
    <p:extLst>
      <p:ext uri="{BB962C8B-B14F-4D97-AF65-F5344CB8AC3E}">
        <p14:creationId xmlns:p14="http://schemas.microsoft.com/office/powerpoint/2010/main" val="2562367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D4FF68-A72C-001A-3651-C28EB2068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359173"/>
              </p:ext>
            </p:extLst>
          </p:nvPr>
        </p:nvGraphicFramePr>
        <p:xfrm>
          <a:off x="114300" y="2362200"/>
          <a:ext cx="8915400" cy="41162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380785062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4721045"/>
                    </a:ext>
                  </a:extLst>
                </a:gridCol>
              </a:tblGrid>
              <a:tr h="588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460650"/>
                  </a:ext>
                </a:extLst>
              </a:tr>
              <a:tr h="134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Debugger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 Python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151698"/>
                  </a:ext>
                </a:extLst>
              </a:tr>
              <a:tr h="1092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Interview Coach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interview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82774"/>
                  </a:ext>
                </a:extLst>
              </a:tr>
              <a:tr h="1092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Reviewer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resume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35348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AA4C0FC-E9B5-1B7A-6AEB-6D4A53FACA3B}"/>
              </a:ext>
            </a:extLst>
          </p:cNvPr>
          <p:cNvSpPr txBox="1"/>
          <p:nvPr/>
        </p:nvSpPr>
        <p:spPr>
          <a:xfrm>
            <a:off x="0" y="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33 — PROMPT LIBRARY EXAMPLE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every prompt: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Name + Version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Resume_Analyzer_v2</a:t>
            </a:r>
          </a:p>
        </p:txBody>
      </p:sp>
    </p:spTree>
    <p:extLst>
      <p:ext uri="{BB962C8B-B14F-4D97-AF65-F5344CB8AC3E}">
        <p14:creationId xmlns:p14="http://schemas.microsoft.com/office/powerpoint/2010/main" val="2587436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668582-145F-DB99-F017-D8E4247214C7}"/>
              </a:ext>
            </a:extLst>
          </p:cNvPr>
          <p:cNvSpPr txBox="1"/>
          <p:nvPr/>
        </p:nvSpPr>
        <p:spPr>
          <a:xfrm>
            <a:off x="76200" y="0"/>
            <a:ext cx="90678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34 — BUILD YOUR OWN LIBRARY 🚀</a:t>
            </a:r>
          </a:p>
          <a:p>
            <a:pPr>
              <a:buNone/>
            </a:pP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5 prompts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library must contain: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Coding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Study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Career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4️⃣ Productivity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5️⃣ Creative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save: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name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input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8 minutes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311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1CE4-3643-F13C-DDB5-EECA2041F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35 — BONUS: ASK AI TO IMPROVE YOUR PROMPT 🤯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Paste your prompt into AI.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this prompt as a prompt engineer. Identify ambiguity, missing context, unnecessary instructions and possible improvements. Then provide an improved version.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prompt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AI-improved prompt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641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007B-C112-101A-319D-D04132744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843915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36 — NOW THE COMPETITION BEGINS 🏆🔥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BATTLE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task for EVERY team.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30-day Full Stack Developer roadmap for a BCA student preparing for placements.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control ONLY: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PROMPT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6197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FBDA-08C4-EA54-FB76-E66592357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37 — COMPETITION RULES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 students.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1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Prompt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5 minutes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2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with 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4 minutes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3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Prompt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4 minutes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4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 1 minute/team</a:t>
            </a:r>
          </a:p>
        </p:txBody>
      </p:sp>
    </p:spTree>
    <p:extLst>
      <p:ext uri="{BB962C8B-B14F-4D97-AF65-F5344CB8AC3E}">
        <p14:creationId xmlns:p14="http://schemas.microsoft.com/office/powerpoint/2010/main" val="1773675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0731B-C65A-2F8F-2EBF-3DA66EE9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38 — YOUR PROMPT MUST CONTAIN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Mandatory: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Persona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Context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Task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Few-shot examples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Step-by-step process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Constraints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Structured output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Bonus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Evaluation criteria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☑ Reusable design</a:t>
            </a:r>
          </a:p>
        </p:txBody>
      </p:sp>
    </p:spTree>
    <p:extLst>
      <p:ext uri="{BB962C8B-B14F-4D97-AF65-F5344CB8AC3E}">
        <p14:creationId xmlns:p14="http://schemas.microsoft.com/office/powerpoint/2010/main" val="358530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5816-624D-2F94-CE49-901427E97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39 — COMPETITION TWIST 😈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2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gives every team a NEW condition: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student can study only 2 hours per day."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prompt must adapt.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3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condition: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"Student has weak programming fundamentals."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team's prompt adapts best?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470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842D-C821-EED1-C094-62202D21B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40 — JUDGE THE OUTPUT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judge: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"Which answer looks longest?"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Judge: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Accuracy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Relevance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Structure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Practicality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Personalization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Consistency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Reusability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128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CBE330-1C5A-E297-2B3B-8A96331C3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940711"/>
              </p:ext>
            </p:extLst>
          </p:nvPr>
        </p:nvGraphicFramePr>
        <p:xfrm>
          <a:off x="457200" y="990600"/>
          <a:ext cx="8058150" cy="518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9075">
                  <a:extLst>
                    <a:ext uri="{9D8B030D-6E8A-4147-A177-3AD203B41FA5}">
                      <a16:colId xmlns:a16="http://schemas.microsoft.com/office/drawing/2014/main" val="176084674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38374083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29973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27661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28804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Few-Shot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001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9452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28746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49502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8663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36569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631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4BA585-8011-F39E-C669-8758FF06B36F}"/>
              </a:ext>
            </a:extLst>
          </p:cNvPr>
          <p:cNvSpPr txBox="1"/>
          <p:nvPr/>
        </p:nvSpPr>
        <p:spPr>
          <a:xfrm>
            <a:off x="457200" y="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41 — PROMPT BATTLE SCORECARD 🏆</a:t>
            </a:r>
          </a:p>
        </p:txBody>
      </p:sp>
    </p:spTree>
    <p:extLst>
      <p:ext uri="{BB962C8B-B14F-4D97-AF65-F5344CB8AC3E}">
        <p14:creationId xmlns:p14="http://schemas.microsoft.com/office/powerpoint/2010/main" val="3970127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698-8A2B-FFE6-A9E8-65A49DEB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42 — FINAL BOSS 👑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5 minutes.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prompt for: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a complete learning plan for a BCA student who wants to become an AI Engineer.“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prompt should use: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88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18FE-E4BA-7CD1-69EB-BCCB2354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176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43  PROMPT ENGINEERING MAP 🧠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should AI act as?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AI need to know?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AI do?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examples can I show?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12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460A-FF97-B64A-4050-883D54A64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 break the task into steps?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AI avoid/follow?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should the answer be organized?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it work?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 make it better?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0948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1FA34-2A82-1C75-50AF-434EE3E76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44 — WHAT DID YOU DISCOVER?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these sentences: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prompting helps when __________.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Chaining helps when __________.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helps when __________.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prompts help when __________.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libraries help when __________.</a:t>
            </a:r>
          </a:p>
        </p:txBody>
      </p:sp>
    </p:spTree>
    <p:extLst>
      <p:ext uri="{BB962C8B-B14F-4D97-AF65-F5344CB8AC3E}">
        <p14:creationId xmlns:p14="http://schemas.microsoft.com/office/powerpoint/2010/main" val="3376277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40A2-7034-CF5E-0616-7BCE36E66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15350" cy="6176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45 — 60-SECOND QUIZ ⚡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Few-Shot Prompting?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idea of chaining?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Persona mean?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structure a prompt?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create a Prompt Library?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more important?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one prompt OR improving a prompt through testing?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178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1136B-51CC-C542-AF8A-3CC93096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362950" cy="602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47 — FINAL MESSAGE 🚀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ASK AI RANDOMLY.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YOUR INSTRUCTIONS.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examples.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complex tasks.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right persona.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your prompt.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your best prompts.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 Improve. Repeat.</a:t>
            </a:r>
          </a:p>
        </p:txBody>
      </p:sp>
    </p:spTree>
    <p:extLst>
      <p:ext uri="{BB962C8B-B14F-4D97-AF65-F5344CB8AC3E}">
        <p14:creationId xmlns:p14="http://schemas.microsoft.com/office/powerpoint/2010/main" val="33699698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07CE-52B3-DD36-C11E-3E817309E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81000"/>
            <a:ext cx="7829550" cy="579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48 — NEXT LEVEL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connect AI to our own applications?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Coming next: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APIs → Python → AI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AI Resume Analyzer</a:t>
            </a:r>
          </a:p>
        </p:txBody>
      </p:sp>
    </p:spTree>
    <p:extLst>
      <p:ext uri="{BB962C8B-B14F-4D97-AF65-F5344CB8AC3E}">
        <p14:creationId xmlns:p14="http://schemas.microsoft.com/office/powerpoint/2010/main" val="119858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351</TotalTime>
  <Words>2196</Words>
  <Application>Microsoft Office PowerPoint</Application>
  <PresentationFormat>On-screen Show (4:3)</PresentationFormat>
  <Paragraphs>552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2013 - 2022 Theme</vt:lpstr>
      <vt:lpstr>  SESSION 11 PROMPT ENGINEERING — PART 2 Today's Mission   Don't just learn prompting. Experiment with AI and discover what works.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faraz alam</dc:creator>
  <cp:lastModifiedBy>faraz alam</cp:lastModifiedBy>
  <cp:revision>29</cp:revision>
  <dcterms:created xsi:type="dcterms:W3CDTF">2006-08-16T00:00:00Z</dcterms:created>
  <dcterms:modified xsi:type="dcterms:W3CDTF">2026-09-13T16:46:22Z</dcterms:modified>
</cp:coreProperties>
</file>