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65" r:id="rId4"/>
    <p:sldId id="264" r:id="rId5"/>
    <p:sldId id="263" r:id="rId6"/>
    <p:sldId id="292" r:id="rId7"/>
    <p:sldId id="262" r:id="rId8"/>
    <p:sldId id="293" r:id="rId9"/>
    <p:sldId id="261" r:id="rId10"/>
    <p:sldId id="260" r:id="rId11"/>
    <p:sldId id="294" r:id="rId12"/>
    <p:sldId id="259" r:id="rId13"/>
    <p:sldId id="258" r:id="rId14"/>
    <p:sldId id="295" r:id="rId15"/>
    <p:sldId id="257" r:id="rId16"/>
    <p:sldId id="296" r:id="rId17"/>
    <p:sldId id="267" r:id="rId18"/>
    <p:sldId id="268" r:id="rId19"/>
    <p:sldId id="297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98" r:id="rId35"/>
    <p:sldId id="283" r:id="rId36"/>
    <p:sldId id="284" r:id="rId37"/>
    <p:sldId id="299" r:id="rId38"/>
    <p:sldId id="285" r:id="rId39"/>
    <p:sldId id="300" r:id="rId40"/>
    <p:sldId id="286" r:id="rId41"/>
    <p:sldId id="287" r:id="rId42"/>
    <p:sldId id="301" r:id="rId43"/>
    <p:sldId id="288" r:id="rId44"/>
    <p:sldId id="289" r:id="rId45"/>
    <p:sldId id="290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152400"/>
            <a:ext cx="8153400" cy="6019800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Prompt Engineering Part 1</a:t>
            </a:r>
            <a:br>
              <a:rPr lang="en-US" sz="3200" b="1" dirty="0" smtClean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 smtClean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Role • Context • Output Format • Examples • Prompt Improvement</a:t>
            </a:r>
            <a:br>
              <a:rPr lang="en-US" sz="3200" b="1" dirty="0" smtClean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 smtClean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b="1" dirty="0" smtClean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 smtClean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b="1" dirty="0" smtClean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US" sz="3200" dirty="0" smtClean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dirty="0" smtClean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 smtClean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Goal:</a:t>
            </a:r>
            <a:r>
              <a:rPr lang="en-US" sz="3200" dirty="0" smtClean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Students should understand how to write a prompt that gives a </a:t>
            </a:r>
            <a:r>
              <a:rPr lang="en-US" sz="3200" b="1" dirty="0" smtClean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specific, useful and consistent output</a:t>
            </a:r>
            <a:r>
              <a:rPr lang="en-US" sz="3200" dirty="0" smtClean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3200" dirty="0" smtClean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8077200" cy="67818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3600" b="1" u="sng" dirty="0" smtClean="0">
                <a:latin typeface="Times New Roman" pitchFamily="18" charset="0"/>
                <a:cs typeface="Times New Roman" pitchFamily="18" charset="0"/>
              </a:rPr>
              <a:t>Slide 1:- Prompt Engineering – Part 1</a:t>
            </a:r>
          </a:p>
          <a:p>
            <a:pPr>
              <a:buNone/>
            </a:pPr>
            <a:r>
              <a:rPr lang="en-US" sz="3600" b="1" u="sng" dirty="0" smtClean="0">
                <a:latin typeface="Times New Roman" pitchFamily="18" charset="0"/>
                <a:cs typeface="Times New Roman" pitchFamily="18" charset="0"/>
              </a:rPr>
              <a:t>From Asking AI Questions to Giving AI Instructions</a:t>
            </a:r>
          </a:p>
          <a:p>
            <a:pPr>
              <a:buNone/>
            </a:pP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Topics:</a:t>
            </a:r>
          </a:p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What is Prompt Engineering? </a:t>
            </a:r>
          </a:p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Role </a:t>
            </a:r>
          </a:p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Context </a:t>
            </a:r>
          </a:p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Task/Instruction </a:t>
            </a:r>
          </a:p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Output Format </a:t>
            </a:r>
          </a:p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Examples </a:t>
            </a:r>
          </a:p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Prompt Improvement </a:t>
            </a:r>
          </a:p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Practical Challenges </a:t>
            </a:r>
          </a:p>
          <a:p>
            <a:endParaRPr lang="en-US" sz="31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Opening question:</a:t>
            </a:r>
            <a:endParaRPr lang="en-US" sz="31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"If ChatGPT gives a poor answer, is the AI always the problem?"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/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Good Input(prompt) → Better Output(response)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PART 1 — UNDERSTANDING PROMPTS</a:t>
            </a:r>
          </a:p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2 — What is a Prompt?</a:t>
            </a:r>
          </a:p>
          <a:p>
            <a:pPr>
              <a:buNone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Prompt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prompt is the instruction or input given to an AI model to generate an output.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"Explain Machine Learning."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"Write a Java program to check whether a number is prime."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"Create a professional resume summary for a BCA student.“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prompt can contain: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Task + Context + Requirements + Format + Examples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3 — Prompt vs Normal Question</a:t>
            </a:r>
          </a:p>
          <a:p>
            <a:pPr>
              <a:buNone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Normal Prompt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"Tell me about Python."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Better Prompt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"Explain Python to a BCA 3rd-year student who knows Java but is new to Python. Focus on syntax differences and give 3 simple examples."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76200"/>
            <a:ext cx="7943088" cy="6172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Why is the second better?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Because it tells AI: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What to explain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Who is learning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Existing knowledge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What to focus on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What output is expected 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 good prompt reduces ambiguity and gives the AI enough information to understand the expected task.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ACTIVITY 1 —</a:t>
            </a:r>
          </a:p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4 — Make This Prompt Better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students: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"Explain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DBMS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.“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What is missing?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Level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Context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Length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Topics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Examples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Format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Purpose 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Possible answer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“  Act a teacher and make me understand DBMS."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There is no single perfect prompt.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objective is to make your requirement clearer.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70104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3300" b="1" u="sng" dirty="0" smtClean="0">
                <a:latin typeface="Times New Roman" pitchFamily="18" charset="0"/>
                <a:cs typeface="Times New Roman" pitchFamily="18" charset="0"/>
              </a:rPr>
              <a:t>PART 2 — PROMPT STRUCTURE</a:t>
            </a:r>
          </a:p>
          <a:p>
            <a:pPr>
              <a:buNone/>
            </a:pPr>
            <a:r>
              <a:rPr lang="en-US" sz="3300" b="1" u="sng" dirty="0" smtClean="0">
                <a:latin typeface="Times New Roman" pitchFamily="18" charset="0"/>
                <a:cs typeface="Times New Roman" pitchFamily="18" charset="0"/>
              </a:rPr>
              <a:t>Slide 5 — Anatomy of a Good Prompt</a:t>
            </a:r>
          </a:p>
          <a:p>
            <a:pPr>
              <a:buNone/>
            </a:pPr>
            <a:endParaRPr lang="en-US" sz="33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useful prompt can contain: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1. Role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Who should AI behave like?</a:t>
            </a:r>
          </a:p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2. Task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What should AI do?</a:t>
            </a:r>
          </a:p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3. Context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What information should AI know?</a:t>
            </a:r>
          </a:p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4. Constraints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What should it avoid or follow?</a:t>
            </a:r>
          </a:p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5. Output Format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How should the answer be presented?</a:t>
            </a:r>
          </a:p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6. Examples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Show AI what you expect.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ROLE</a:t>
            </a:r>
          </a:p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6 — Role Prompt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Role Prompt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tells the AI what perspective or expertise to adopt.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Without Role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"Explain databases.“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With Role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"Act as a database instructor teaching BCA students. Explain databases using simple real-world examples."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Other Roles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Act as a Java instructor.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Act as a technical interviewer.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Act as a career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counsellor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Act as a Python developer.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Act as a project manager.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Act as a code reviewer.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705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7 — Why Use a Role?</a:t>
            </a:r>
          </a:p>
          <a:p>
            <a:pPr>
              <a:buNone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Compare: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Prompt A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"Review my code."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Prompt B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"Act as a senior Python developer. Review the following code, identify bugs, explain why they occur, and suggest improvements.“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Key Idea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Role gives the model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perspective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but it does not magically give the model unlimited expertise.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ACTIVITY 2 — ROLE CHALLENGE</a:t>
            </a:r>
          </a:p>
          <a:p>
            <a:pPr>
              <a:buNone/>
            </a:pP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Slide 8 — Choose the Best Role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Tasks: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Task 1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Find bugs in Python code.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Task 2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Prepare for a Java interview.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Task 3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Create a marketing post for a college event.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Task 4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Explain Machine Learning to beginners.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Choose an appropriate role for each.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"Act as a senior Python developer..."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"Act as a technical interviewer..."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"Act as a social media marketing expert..."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"Act as an AI instructor..."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CONTEXT</a:t>
            </a:r>
          </a:p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9 — What is Context?</a:t>
            </a:r>
          </a:p>
          <a:p>
            <a:pPr>
              <a:buNone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Context = Relevant background information given to AI.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Without context: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"Write an email.“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With context: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"I am an student of BCA 3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year. Write a mail to HOD to remove from suspension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not attending class”.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2400"/>
            <a:ext cx="7866888" cy="609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Now AI knows: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Who you are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Who you're writing to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Purpose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Situation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10 — Context Changes the Answer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Prompt 1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"Explain Transformers.“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Prompt 2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"Explain Transformers to BCA 3rd-year students who understand basic Python but have no prior knowledge of neural networks."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topic is the same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context is different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Therefore, the output can be very different.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Context helps the model understand the situation, audience, background and purpose of the request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ACTIVITY 3 — CONTEXT EXPERIMENT</a:t>
            </a:r>
          </a:p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11 — Same Task, Different Context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Give ChatGPT: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Prompt A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"Explain recursion."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Then: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Prompt B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"Explain recursion to a BCA 1st-year student using a real-life example and simple Python code."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76200"/>
            <a:ext cx="7943088" cy="6172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Discuss: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Which answer is easier?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Which answer is more useful?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What changed?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TASK / INSTRUCTION</a:t>
            </a:r>
          </a:p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12 — Be Specific About the Task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Weak: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"Resume.“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Better: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"Create a professional resume summary.“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Even better: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"Write a 3-line professional resume summary for a BCA graduate interested in Full Stack Development and AI.“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Remember: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Tell AI exactly what you want it to DO.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000" b="1" u="sng" dirty="0" smtClean="0">
                <a:latin typeface="Times New Roman" pitchFamily="18" charset="0"/>
                <a:cs typeface="Times New Roman" pitchFamily="18" charset="0"/>
              </a:rPr>
              <a:t>OUTPUT FORMAT</a:t>
            </a:r>
          </a:p>
          <a:p>
            <a:pPr>
              <a:buNone/>
            </a:pPr>
            <a:r>
              <a:rPr lang="en-US" sz="3000" b="1" u="sng" dirty="0" smtClean="0">
                <a:latin typeface="Times New Roman" pitchFamily="18" charset="0"/>
                <a:cs typeface="Times New Roman" pitchFamily="18" charset="0"/>
              </a:rPr>
              <a:t>Slide 13 — Tell AI How to Respond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Same task: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"Explain Machine Learning."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You can request: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Paragraph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"Explain in one paragraph."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Bullet points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"Explain using 7 bullet points."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Table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"Compare ML and DL in a table."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Steps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"Explain the ML workflow step-by-step."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JSON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"Return the result in JSON format."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705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14 — Format Controls Usability</a:t>
            </a:r>
          </a:p>
          <a:p>
            <a:pPr>
              <a:buNone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Without Format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"Give me information about Python."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Possible output → Long explanation.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With Format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"Give me a table with: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Concept | Python Syntax | Example"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Output → Structured and easier to study.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Key Principle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Same information + different format = different usefulness.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866888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ACTIVITY 4 — FORMAT CHALLENGE</a:t>
            </a:r>
          </a:p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15 — One Task, Three Formats</a:t>
            </a:r>
          </a:p>
          <a:p>
            <a:pPr>
              <a:buNone/>
            </a:pPr>
            <a:endParaRPr lang="en-US" sz="3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Task: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"Explain Artificial Intelligence."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Create three prompts: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 — Bullet Format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Ask for 5 bullet points.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 — Table Format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Ask for: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| Concept | Meaning | Example |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 — Exam Format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Ask for: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Definition + 5 points + 2 examples.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705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EXAMPLES / FEW-SHOT PROMPTING</a:t>
            </a:r>
          </a:p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16 — Why Give Examples?</a:t>
            </a:r>
          </a:p>
          <a:p>
            <a:pPr>
              <a:buNone/>
            </a:pPr>
            <a:endParaRPr lang="en-US" sz="3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Sometimes explaining what you want is difficult.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Instead,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show AI examples.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Without Example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"Classify these comments as positive or negative.“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With Examples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"Excellent product → Positive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Very bad service → Negative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Amazing experience → Positive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 hated the product → Negative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delivery was slow → ?"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can infer the expected pattern.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4000" b="1" u="sng" dirty="0" smtClean="0">
                <a:latin typeface="Times New Roman" pitchFamily="18" charset="0"/>
                <a:cs typeface="Times New Roman" pitchFamily="18" charset="0"/>
              </a:rPr>
              <a:t>Slide 17 — Few-Shot Prompting</a:t>
            </a:r>
          </a:p>
          <a:p>
            <a:pPr>
              <a:buNone/>
            </a:pPr>
            <a:endParaRPr lang="en-US" sz="4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400" b="1" dirty="0" smtClean="0">
                <a:latin typeface="Times New Roman" pitchFamily="18" charset="0"/>
                <a:cs typeface="Times New Roman" pitchFamily="18" charset="0"/>
              </a:rPr>
              <a:t>Zero-Shot</a:t>
            </a:r>
          </a:p>
          <a:p>
            <a:pPr>
              <a:buNone/>
            </a:pP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Give task only.</a:t>
            </a:r>
          </a:p>
          <a:p>
            <a:pPr>
              <a:buNone/>
            </a:pP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"Classify the sentiment."</a:t>
            </a:r>
          </a:p>
          <a:p>
            <a:pPr>
              <a:buNone/>
            </a:pPr>
            <a:r>
              <a:rPr lang="en-US" sz="3400" b="1" dirty="0" smtClean="0">
                <a:latin typeface="Times New Roman" pitchFamily="18" charset="0"/>
                <a:cs typeface="Times New Roman" pitchFamily="18" charset="0"/>
              </a:rPr>
              <a:t>One-Shot</a:t>
            </a:r>
          </a:p>
          <a:p>
            <a:pPr>
              <a:buNone/>
            </a:pP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Give one example.</a:t>
            </a:r>
          </a:p>
          <a:p>
            <a:pPr>
              <a:buNone/>
            </a:pP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"I love this → Positive</a:t>
            </a:r>
            <a:br>
              <a:rPr lang="en-US" sz="3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This product is terrible → ?"</a:t>
            </a:r>
          </a:p>
          <a:p>
            <a:pPr>
              <a:buNone/>
            </a:pPr>
            <a:r>
              <a:rPr lang="en-US" sz="3400" b="1" dirty="0" smtClean="0">
                <a:latin typeface="Times New Roman" pitchFamily="18" charset="0"/>
                <a:cs typeface="Times New Roman" pitchFamily="18" charset="0"/>
              </a:rPr>
              <a:t>Few-Shot</a:t>
            </a:r>
          </a:p>
          <a:p>
            <a:pPr>
              <a:buNone/>
            </a:pP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Give multiple examples.</a:t>
            </a:r>
          </a:p>
          <a:p>
            <a:pPr>
              <a:buNone/>
            </a:pP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"I love this → Positive</a:t>
            </a:r>
            <a:br>
              <a:rPr lang="en-US" sz="3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This is excellent → Positive</a:t>
            </a:r>
            <a:br>
              <a:rPr lang="en-US" sz="3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I hate this → Negative</a:t>
            </a:r>
            <a:br>
              <a:rPr lang="en-US" sz="3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This is terrible → Negative</a:t>
            </a:r>
            <a:br>
              <a:rPr lang="en-US" sz="3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The product is okay → ?"</a:t>
            </a:r>
          </a:p>
          <a:p>
            <a:pPr>
              <a:buNone/>
            </a:pPr>
            <a:r>
              <a:rPr lang="en-US" sz="3400" b="1" dirty="0" smtClean="0">
                <a:latin typeface="Times New Roman" pitchFamily="18" charset="0"/>
                <a:cs typeface="Times New Roman" pitchFamily="18" charset="0"/>
              </a:rPr>
              <a:t>Key Idea</a:t>
            </a:r>
          </a:p>
          <a:p>
            <a:pPr>
              <a:buNone/>
            </a:pPr>
            <a:r>
              <a:rPr lang="en-US" sz="3400" b="1" dirty="0" smtClean="0">
                <a:latin typeface="Times New Roman" pitchFamily="18" charset="0"/>
                <a:cs typeface="Times New Roman" pitchFamily="18" charset="0"/>
              </a:rPr>
              <a:t>Examples demonstrate the pattern you want the model to follow.</a:t>
            </a:r>
            <a:endParaRPr lang="en-US" sz="3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ACTIVITY 5 — FEW-SHOT EXPERIMENT</a:t>
            </a:r>
          </a:p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18 — Test AI With Examples</a:t>
            </a:r>
          </a:p>
          <a:p>
            <a:pPr>
              <a:buNone/>
            </a:pP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Ask AI: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Prompt 1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Classify these as Good / Bad / Neutral.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Then create: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Prompt 2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Give AI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3 examples first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Then give new sentences.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Students: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Did the output become more consistent?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PUT EVERYTHING TOGETHER</a:t>
            </a:r>
          </a:p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19 — The Prompt Formula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Introduce this simple framework: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R-T-C-F-E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 — Role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Who should AI act as?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 — Task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What should AI do?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 — Context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What background does it need?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 — Format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How should the answer look?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 — Examples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Can you show the expected pattern?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000" b="1" u="sng" dirty="0" smtClean="0">
                <a:latin typeface="Times New Roman" pitchFamily="18" charset="0"/>
                <a:cs typeface="Times New Roman" pitchFamily="18" charset="0"/>
              </a:rPr>
              <a:t>Slide 20 — Complete Prompt</a:t>
            </a:r>
          </a:p>
          <a:p>
            <a:pPr>
              <a:buNone/>
            </a:pPr>
            <a:endParaRPr lang="en-US" sz="30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Role: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Act as a senior Python instructor.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Task: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Explain Python functions.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Context: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The learners are BCA 3rd-year students who know Java but are new to Python.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Format: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Explain using simple language, followed by a comparison table and 3 Python programs.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Examples: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Use real-world examples such as a calculator and student-result system.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Prompt is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not just a question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is an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instruction specification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6294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3300" b="1" u="sng" dirty="0" smtClean="0">
                <a:latin typeface="Times New Roman" pitchFamily="18" charset="0"/>
                <a:cs typeface="Times New Roman" pitchFamily="18" charset="0"/>
              </a:rPr>
              <a:t>PRACTICAL SESSION</a:t>
            </a:r>
          </a:p>
          <a:p>
            <a:pPr>
              <a:buNone/>
            </a:pPr>
            <a:r>
              <a:rPr lang="en-US" sz="3300" b="1" u="sng" dirty="0" smtClean="0">
                <a:latin typeface="Times New Roman" pitchFamily="18" charset="0"/>
                <a:cs typeface="Times New Roman" pitchFamily="18" charset="0"/>
              </a:rPr>
              <a:t>Slide 21 — Prompt Improvement Challenge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Bad prompt: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	"Make a resume."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Round 1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Run the prompt.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Round 2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Add: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Role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Context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Task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Format 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Round 3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Add examples.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Compare all three outputs.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3000" b="1" u="sng" dirty="0" smtClean="0">
                <a:latin typeface="Times New Roman" pitchFamily="18" charset="0"/>
                <a:cs typeface="Times New Roman" pitchFamily="18" charset="0"/>
              </a:rPr>
              <a:t>Slide 22 — Challenge 1: Resume</a:t>
            </a:r>
          </a:p>
          <a:p>
            <a:pPr>
              <a:buNone/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Bad Prompt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	"Make a resume."</a:t>
            </a:r>
          </a:p>
          <a:p>
            <a:pPr>
              <a:buNone/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Student Goal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Create a prompt for: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		A BCA 3rd-year student looking for an internship in AI/Full Stack Development.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Requirements: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One-page resume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Professional language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ATS-friendly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Skills section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Projects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Education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No fake experience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0"/>
            <a:ext cx="7866888" cy="62484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3300" b="1" u="sng" dirty="0" smtClean="0">
                <a:latin typeface="Times New Roman" pitchFamily="18" charset="0"/>
                <a:cs typeface="Times New Roman" pitchFamily="18" charset="0"/>
              </a:rPr>
              <a:t>Slide 23 — Challenge 2: Coding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Bad prompt: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	"Write Python code."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Improve it.</a:t>
            </a:r>
          </a:p>
          <a:p>
            <a:pPr>
              <a:buNone/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Requirements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Create a Python program that: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Takes marks of 5 subjects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Calculates percentage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Determines grade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Handles invalid marks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Uses functions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Includes comments </a:t>
            </a:r>
          </a:p>
          <a:p>
            <a:pPr>
              <a:buNone/>
            </a:pP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Which prompt gives better code and why?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24 — Challenge 3: Study Assistant</a:t>
            </a:r>
          </a:p>
          <a:p>
            <a:pPr>
              <a:buNone/>
            </a:pP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Bad prompt: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"Teach me Transformers."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Create a better prompt at your own level.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Specify: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Role + Context + Task + Format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"Act as an AI instructor..."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PROMPT DEBUGGING</a:t>
            </a:r>
          </a:p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25 — Your Prompt Can Have Problems</a:t>
            </a:r>
          </a:p>
          <a:p>
            <a:pPr>
              <a:buNone/>
            </a:pP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 the output is poor, check: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Problem 1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Too vague?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Problem 2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Missing context?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Problem 3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Task unclear?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Problem 4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 output format?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304800"/>
            <a:ext cx="7790688" cy="5943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Problem 5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Too many conflicting instructions?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Problem 6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 examples?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Problem 7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Important information missing?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52400"/>
            <a:ext cx="7943088" cy="6096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ACTIVITY 6 — PROMPT DOCTOR</a:t>
            </a:r>
          </a:p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26 — Fix the Prompt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Students: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"Give me some questions about AI."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diagnose it.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Then improve it.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Better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"Act as a BCA 3rd-year AI instructor. Create 10 medium-difficulty MCQs on Machine Learning and Deep Learning. Each question should have four options and one correct answer. Avoid purely definition-based questions.“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INDUSTRY CONNECTION</a:t>
            </a:r>
          </a:p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27 — Prompt Engineering in Industry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Prompting is useful for: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Coding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Debugging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Documentation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 analysis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Content generation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Research assistance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Customer support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Resume preparation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Testing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Requirement analysis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SQL generation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Learning and training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28600"/>
            <a:ext cx="7790688" cy="6019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Important: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Prompt Engineering is not just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"Write a good ChatGPT question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.“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is about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communicating requirements effectively to AI systems.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76200"/>
            <a:ext cx="7943088" cy="6172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FINAL PRACTICAL</a:t>
            </a:r>
          </a:p>
          <a:p>
            <a:pPr>
              <a:buNone/>
            </a:pP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Slide 28 — 15-Minute Prompt </a:t>
            </a: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Battle</a:t>
            </a:r>
          </a:p>
          <a:p>
            <a:pPr>
              <a:buNone/>
            </a:pPr>
            <a:endParaRPr lang="en-US" sz="24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Students into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small groups.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Give each group one problem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Group 1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 Resume Generator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Group 2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Python Code Generator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Group 3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 Question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Generator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2400"/>
            <a:ext cx="7866888" cy="609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Group 4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College Event Advertisement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Group 5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Java Code Debugger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Group 6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Study Notes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Generator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Each group must create: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Role + Task + Context + Format +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76200"/>
            <a:ext cx="7943088" cy="61722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3000" b="1" u="sng" dirty="0" smtClean="0">
                <a:latin typeface="Times New Roman" pitchFamily="18" charset="0"/>
                <a:cs typeface="Times New Roman" pitchFamily="18" charset="0"/>
              </a:rPr>
              <a:t>Slide 29 — Compare the Outputs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Each group answers: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What was your original prompt?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What did AI generate?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What problem did you find?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What did you change?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Did the output improve?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Why?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is important because students learn: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Prompt Engineering = Iteration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Write one prompt → get perfect answer.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7010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Slide 30 — The Iterative Prompting Cycle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Write Prompt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Generate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Output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Evaluate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Output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Identify Problem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Improve Prompt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Generate Again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Compare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52400"/>
            <a:ext cx="7943088" cy="609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Key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Concept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Prompt → Test → Evaluate → Refine →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Repeat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should be one of the most important takeaways from today's class.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31 — Prompt Engineering Checklist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Before submitting a prompt, ask: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Did I clearly state the task?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Did I provide enough context?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Did I specify the audience?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Did I define the expected output?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Did I specify constraints?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Would an example help?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Is my prompt unambiguous?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Did I test and improve it?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Slide 32 — Exit Activity</a:t>
            </a:r>
          </a:p>
          <a:p>
            <a:pPr>
              <a:buNone/>
            </a:pPr>
            <a:endParaRPr lang="en-US" sz="2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Create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one useful prompt for their own life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"Create a 7-day Python learning plan..."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"Review my Java code..."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"Create interview questions..."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"Explain this topic before my exam..."</a:t>
            </a:r>
          </a:p>
          <a:p>
            <a:pPr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"What could be improved?"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705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Important Points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 prompt is an instruction given to an AI model.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Role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provides a desired perspective. 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Task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tells the AI what to perform. 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Context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provides relevant background information. 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Output Format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specifies how the answer should be presented. 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Examples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help demonstrate the expected pattern. 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Zero-shot prompting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provides no examples. 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Few-shot prompting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provides multiple examples.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Better prompts reduce ambiguity and improve usefulness.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Prompt engineering is an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iterative process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Always evaluate AI output instead of blindly accepting it.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well-written prompt does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not guarantee a factually correct answer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91</TotalTime>
  <Words>1723</Words>
  <Application>Microsoft Office PowerPoint</Application>
  <PresentationFormat>On-screen Show (4:3)</PresentationFormat>
  <Paragraphs>472</Paragraphs>
  <Slides>45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Solstice</vt:lpstr>
      <vt:lpstr>Prompt Engineering Part 1 Role • Context • Output Format • Examples • Prompt Improvement    Goal: Students should understand how to write a prompt that gives a specific, useful and consistent output.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Part 1 Role • Context • Output Format • Examples • Prompt Improvement    Goal: Students should understand how to write a prompt that gives a specific, useful and consistent output. </dc:title>
  <dc:creator>faraz alam</dc:creator>
  <cp:lastModifiedBy>faraz alam</cp:lastModifiedBy>
  <cp:revision>75</cp:revision>
  <dcterms:created xsi:type="dcterms:W3CDTF">2006-08-16T00:00:00Z</dcterms:created>
  <dcterms:modified xsi:type="dcterms:W3CDTF">2026-09-08T00:46:09Z</dcterms:modified>
</cp:coreProperties>
</file>